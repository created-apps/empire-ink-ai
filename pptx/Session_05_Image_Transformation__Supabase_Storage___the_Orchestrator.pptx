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9438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45720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EMPIRE &amp; INK  ·  AI Mughal Art Studio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 &amp; Save —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AI Pipeline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017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Transformation, Supabase Storage &amp; the Orchestrator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3547872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together all three systems — AI, cloud storage, and database — into a single orchestrator function. Upload a real photo and watch it become Mughal art stored in the cloud.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21B0E"/>
          </a:solidFill>
          <a:ln w="12700">
            <a:solidFill>
              <a:srgbClr val="221B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059168" y="1463040"/>
            <a:ext cx="1883664" cy="2194560"/>
          </a:xfrm>
          <a:prstGeom prst="rect">
            <a:avLst/>
          </a:prstGeom>
          <a:solidFill>
            <a:srgbClr val="2E2415"/>
          </a:solidFill>
          <a:ln w="1905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059168" y="1554480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☽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7059168" y="26060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of 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59168" y="299923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Empire &amp; Ink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FastAPI  ·  Google Gemini  ·  Supabase  ·  Tailwind CSS  ·  Render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Programme Roadmap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9184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9184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Dev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61872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353312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53312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89888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&amp; HTTP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377440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377440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14016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&amp; DB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10128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401568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01568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38144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34256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425696" y="1051560"/>
            <a:ext cx="932688" cy="1463040"/>
          </a:xfrm>
          <a:prstGeom prst="rect">
            <a:avLst/>
          </a:prstGeom>
          <a:solidFill>
            <a:srgbClr val="D4A82A"/>
          </a:solidFill>
          <a:ln w="25400">
            <a:solidFill>
              <a:srgbClr val="F0C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425696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462272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58384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49824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49824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86400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JWT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82512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473952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73952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0528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06640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498080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498080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534656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Launch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34256" y="2651760"/>
            <a:ext cx="1115568" cy="292608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34256" y="26517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" y="31546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8D9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today: 3 sessions to a live app.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1008"/>
          </a:solidFill>
          <a:ln w="635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5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at graduation: Python · FastAPI · Jinja2 · Tailwind · Gemini AI · Imagen 3 · Supabase · GitHub · Render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MILESTONE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412480" cy="2560320"/>
          </a:xfrm>
          <a:prstGeom prst="rect">
            <a:avLst/>
          </a:prstGeom>
          <a:solidFill>
            <a:srgbClr val="211B0D"/>
          </a:solidFill>
          <a:ln w="254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session: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2223399"/>
            <a:ext cx="7818120" cy="102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photo is transformed to Mughal art, stored in Supabase Storage, and its metadata is saved to the database — the full backend pipeline works end to end.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0" y="3886200"/>
            <a:ext cx="9144000" cy="73152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65760" y="40690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 fits into the bigger picture →  Empire &amp; Ink is a live AI Mughal art generator with auth, storage, and a beautiful frontend.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 This Session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06040" cy="365760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0604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84632" y="1115568"/>
            <a:ext cx="475488" cy="475488"/>
          </a:xfrm>
          <a:prstGeom prst="ellipse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8463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" y="17373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 AI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" y="2423160"/>
            <a:ext cx="23865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accepts text AND image bytes in one request. Send a photo + 'Transform to Mughal miniature' — get art back.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2606040" cy="365760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154680" y="1005840"/>
            <a:ext cx="260604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319272" y="1115568"/>
            <a:ext cx="475488" cy="475488"/>
          </a:xfrm>
          <a:prstGeom prst="ellipse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1927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64408" y="17373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Orchestrator Pattern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64408" y="2423160"/>
            <a:ext cx="23865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run_generate_pipeline() calls enhance → generate → upload → save in sequence. One coordinator, four specialists.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1005840"/>
            <a:ext cx="2606040" cy="365760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989320" y="1005840"/>
            <a:ext cx="260604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153912" y="1115568"/>
            <a:ext cx="475488" cy="475488"/>
          </a:xfrm>
          <a:prstGeom prst="ellipse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15391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9048" y="17373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GenerationResult Dataclass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9048" y="2423160"/>
            <a:ext cx="23865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typed return value: success, image_url, gallery_id, error. The orchestrator always returns a clean, predictable object.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02336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91338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5488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transform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42032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1913382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15184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615184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file store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81728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28" y="1913382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54880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UploadFile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754880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handler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821424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7224" y="1913382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94576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generation_service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894576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layer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Will Build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937760" cy="2468880"/>
          </a:xfrm>
          <a:prstGeom prst="rect">
            <a:avLst/>
          </a:prstGeom>
          <a:solidFill>
            <a:srgbClr val="211B0D"/>
          </a:solidFill>
          <a:ln w="254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/api/generate and POST /api/transform both working end-to-end: AI generates art, image is stored in Supabase Storage, metadata row written to the database.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77840" y="1005840"/>
            <a:ext cx="3246120" cy="2468880"/>
          </a:xfrm>
          <a:prstGeom prst="rect">
            <a:avLst/>
          </a:prstGeom>
          <a:solidFill>
            <a:srgbClr val="14100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715000" y="1097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CREATED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15000" y="1481328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app/ai/image_transformer.py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app/services/generation_service.py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app/api/routes.py (updated)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703320"/>
            <a:ext cx="8412480" cy="914400"/>
          </a:xfrm>
          <a:prstGeom prst="rect">
            <a:avLst/>
          </a:prstGeom>
          <a:solidFill>
            <a:srgbClr val="1A150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3703320"/>
            <a:ext cx="64008" cy="91440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NOTEBOOK  · 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1330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exercises in the colabs/ folder. Add your API keys to Colab Secrets before running.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82296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ACTIVITIES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63440" y="0"/>
            <a:ext cx="4480560" cy="822960"/>
          </a:xfrm>
          <a:prstGeom prst="rect">
            <a:avLst/>
          </a:prstGeom>
          <a:solidFill>
            <a:srgbClr val="2E2415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846320" y="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SUCCEED TODAY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" y="100584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Write image_transformer.py (multimodal)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Add upload_image() to gallery_service.py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Write generation_service.py orchestrator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Wire POST /api/generate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Add POST /api/transform (UploadFile)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Test via Swagger UI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Confirm image in Storage + row in DB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28032" y="104241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every command yourself — no copy-paste.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755648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63440" y="1755648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28032" y="179222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immediately, don't stay stuck.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505456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63440" y="2505456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28032" y="254203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normal. Read the full message.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55264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63440" y="3255264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28032" y="329184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 small wins — every working cell counts.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4005072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4005072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28032" y="404164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Colab notebook mirrors this session exactly.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Begin!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VS Code and your terminal. Session 5 starts now.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Auth &amp; Security — protect your API with JWT tokens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A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Empire &amp; Ink  ·  AI Mughal Art Studio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</Words>
  <Application>Microsoft Office PowerPoint</Application>
  <PresentationFormat>On-screen Show (16:9)</PresentationFormat>
  <Paragraphs>88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Empire &amp; Ink — Session 5: Image Transformation, Supabase Storage &amp; the Orchestrator</dc:title>
  <dc:subject>PptxGenJS Presentation</dc:subject>
  <dc:creator>Empire &amp; Ink Programme</dc:creator>
  <cp:lastModifiedBy>Hanesh Iyer</cp:lastModifiedBy>
  <cp:revision>2</cp:revision>
  <dcterms:created xsi:type="dcterms:W3CDTF">2026-03-27T05:18:12Z</dcterms:created>
  <dcterms:modified xsi:type="dcterms:W3CDTF">2026-03-27T05:21:36Z</dcterms:modified>
</cp:coreProperties>
</file>