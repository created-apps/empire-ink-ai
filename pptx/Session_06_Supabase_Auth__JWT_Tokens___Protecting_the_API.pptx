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5759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45720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 &amp; INK  ·  AI Mughal Art Studio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Are You? —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017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 Auth, JWT Tokens &amp; Protecting the API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3547872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 accounts to Empire &amp; Ink. Register, log in, receive a JWT, use it as a Bearer token, and see your FastAPI server validate it on every protected request.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21B0E"/>
          </a:solidFill>
          <a:ln w="12700">
            <a:solidFill>
              <a:srgbClr val="221B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059168" y="1463040"/>
            <a:ext cx="1883664" cy="2194560"/>
          </a:xfrm>
          <a:prstGeom prst="rect">
            <a:avLst/>
          </a:prstGeom>
          <a:solidFill>
            <a:srgbClr val="2E2415"/>
          </a:solidFill>
          <a:ln w="1905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059168" y="155448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☽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7059168" y="26060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 of 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59168" y="299923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Empire &amp; Ink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FastAPI  ·  Google Gemini  ·  Supabase  ·  Tailwind CSS  ·  Render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Programme Roadmap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9184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9184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Dev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61872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53312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53312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89888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&amp; HTTP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377440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377440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14016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&amp; DB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0128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401568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01568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38144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34256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425696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425696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62272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58384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49824" y="1051560"/>
            <a:ext cx="932688" cy="1463040"/>
          </a:xfrm>
          <a:prstGeom prst="rect">
            <a:avLst/>
          </a:prstGeom>
          <a:solidFill>
            <a:srgbClr val="D4A82A"/>
          </a:solidFill>
          <a:ln w="25400">
            <a:solidFill>
              <a:srgbClr val="F0C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49824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486400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JWT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82512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473952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73952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0528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06640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498080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498080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534656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Launch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58384" y="2651760"/>
            <a:ext cx="1115568" cy="292608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358384" y="26517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3154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D9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today: 2 sessions to a live app.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008"/>
          </a:solidFill>
          <a:ln w="635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5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at graduation: Python · FastAPI · Jinja2 · Tailwind · Gemini AI · Imagen 3 · Supabase · GitHub · Render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MILESTONE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2560320"/>
          </a:xfrm>
          <a:prstGeom prst="rect">
            <a:avLst/>
          </a:prstGeom>
          <a:solidFill>
            <a:srgbClr val="211B0D"/>
          </a:solidFill>
          <a:ln w="254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session: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2834" y="2241159"/>
            <a:ext cx="7818120" cy="125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register and login via /api/docs, receive a JWT, use it as a Bearer token, and the server correctly returns 401 without it.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0" y="3886200"/>
            <a:ext cx="9144000" cy="73152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65760" y="40690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 fits into the bigger picture →  Empire &amp; Ink is a live AI Mughal art generator with auth, storage, and a beautiful frontend.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 This Session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8463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463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 Structure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header.payload.signature — three base64-encoded parts. Decode the payload at jwt.io to see your user_id and expiry.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15468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1927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1927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6440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Bearer Tokens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6440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&lt;token&gt; — HTTP standard. Every protected request carries the token in this header.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98932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15391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5391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904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 Depends()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904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get_current_user() defined once, injected into every route. One function protects the entire API.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02336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91338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5488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issuance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42032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1913382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15184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HTTPBearer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615184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extraction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81728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1913382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54880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Depends()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754880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821424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224" y="1913382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94576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jwt.io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894576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inspector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Will Build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937760" cy="2468880"/>
          </a:xfrm>
          <a:prstGeom prst="rect">
            <a:avLst/>
          </a:prstGeom>
          <a:solidFill>
            <a:srgbClr val="211B0D"/>
          </a:solidFill>
          <a:ln w="254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fully protected API: all gallery and generate endpoints require a valid JWT Bearer token. Invalid or missing tokens return HTTP 401.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3246120" cy="2468880"/>
          </a:xfrm>
          <a:prstGeom prst="rect">
            <a:avLst/>
          </a:prstGeom>
          <a:solidFill>
            <a:srgbClr val="14100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715000" y="1097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CREATED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15000" y="1481328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app/services/auth_service.py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app/api/schemas.py (updated)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app/api/routes.py (updated)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03320"/>
            <a:ext cx="8412480" cy="914400"/>
          </a:xfrm>
          <a:prstGeom prst="rect">
            <a:avLst/>
          </a:prstGeom>
          <a:solidFill>
            <a:srgbClr val="1A150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3703320"/>
            <a:ext cx="64008" cy="9144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  · 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1330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exercises in the colabs/ folder. Add your API keys to Colab Secrets before running.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82296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ACTIVITIES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63440" y="0"/>
            <a:ext cx="4480560" cy="822960"/>
          </a:xfrm>
          <a:prstGeom prst="rect">
            <a:avLst/>
          </a:prstGeom>
          <a:solidFill>
            <a:srgbClr val="2E2415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846320" y="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SUCCEED TODAY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" y="100584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Write auth_service.py (sign_up / sign_in / sign_out)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Add auth schemas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Add register + login + logout routes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Write get_current_user() dependency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Add Depends() to all gallery routes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Test full flow in Swagger UI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Test 401 without token (as important as 200)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28032" y="104241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every command yourself — no copy-paste.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755648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63440" y="1755648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28032" y="17922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immediately, don't stay stuck.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505456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63440" y="2505456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28032" y="254203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normal. Read the full message.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55264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63440" y="3255264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28032" y="329184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small wins — every working cell counts.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4005072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4005072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28032" y="40416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Colab notebook mirrors this session exactly.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Begin!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VS Code and your terminal. Session 6 starts now.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Frontend — build the complete browser interface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 &amp; Ink  ·  AI Mughal Art Studio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</Words>
  <Application>Microsoft Office PowerPoint</Application>
  <PresentationFormat>On-screen Show (16:9)</PresentationFormat>
  <Paragraphs>88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Empire &amp; Ink — Session 6: Supabase Auth, JWT Tokens &amp; Protecting the API</dc:title>
  <dc:subject>PptxGenJS Presentation</dc:subject>
  <dc:creator>Empire &amp; Ink Programme</dc:creator>
  <cp:lastModifiedBy>Hanesh Iyer</cp:lastModifiedBy>
  <cp:revision>2</cp:revision>
  <dcterms:created xsi:type="dcterms:W3CDTF">2026-03-27T05:18:12Z</dcterms:created>
  <dcterms:modified xsi:type="dcterms:W3CDTF">2026-03-27T05:22:13Z</dcterms:modified>
</cp:coreProperties>
</file>