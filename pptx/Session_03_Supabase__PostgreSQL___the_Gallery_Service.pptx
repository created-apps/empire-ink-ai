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5720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 ·  AI Mughal Art Studio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Storing Your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Collection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Supabase, PostgreSQL &amp; the Gallery Service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354787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real cloud database, write SQL to define its structure, and connect Python to it. Insert a painting record and watch it appear in the Supabase dashboard.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21B0E"/>
          </a:solidFill>
          <a:ln w="12700">
            <a:solidFill>
              <a:srgbClr val="221B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59168" y="1463040"/>
            <a:ext cx="1883664" cy="2194560"/>
          </a:xfrm>
          <a:prstGeom prst="rect">
            <a:avLst/>
          </a:prstGeom>
          <a:solidFill>
            <a:srgbClr val="2E2415"/>
          </a:solidFill>
          <a:ln w="19050">
            <a:solidFill>
              <a:srgbClr val="A07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59168" y="155448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☽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059168" y="26060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of 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59168" y="29992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Empire &amp; Ink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FastAPI  ·  Google Gemini  ·  Supabase  ·  Tailwind CSS  ·  Render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Dev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61872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89888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&amp; HTTP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051560"/>
            <a:ext cx="932688" cy="1463040"/>
          </a:xfrm>
          <a:prstGeom prst="rect">
            <a:avLst/>
          </a:prstGeom>
          <a:solidFill>
            <a:srgbClr val="D4A82A"/>
          </a:solidFill>
          <a:ln w="25400">
            <a:solidFill>
              <a:srgbClr val="F0C8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14016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&amp; DB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128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38144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34256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25696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5696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62272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58384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9824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9824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JWT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82512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73952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0528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06640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534656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Launch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0" y="2651760"/>
            <a:ext cx="1115568" cy="292608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26517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3154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today: 5 sessions to a live app.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008"/>
          </a:solidFill>
          <a:ln w="6350">
            <a:solidFill>
              <a:srgbClr val="A07A1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at graduation: Python · FastAPI · Jinja2 · Tailwind · Gemini AI · Imagen 3 · Supabase · GitHub · Render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MILESTONE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2560320"/>
          </a:xfrm>
          <a:prstGeom prst="rect">
            <a:avLst/>
          </a:prstGeom>
          <a:solidFill>
            <a:srgbClr val="211B0D"/>
          </a:solidFill>
          <a:ln w="25400">
            <a:solidFill>
              <a:srgbClr val="D4A82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session: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1783080"/>
            <a:ext cx="7818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insert a gallery record from Python, query it back, and see it live in the Supabase Table Editor dashboard.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0" y="3886200"/>
            <a:ext cx="9144000" cy="73152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0690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fits into the bigger picture →  Empire &amp; Ink is a live AI Mughal art generator with auth, storage, and a beautiful frontend.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 This Session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Basics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TABLE, INSERT INTO, SELECT * WHERE, DELETE — four operations that power everything. They read like English.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6440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 SDK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6440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supabase.table('galleries').insert(record).execute() — Python method chains map directly to SQL.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5391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391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904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 Level Security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904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policy that auto-filters rows by user_id. Alice never sees Bob's gallery — enforced at the DB layer.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91338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Backend-as-a-service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42032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91338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15184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15184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81728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191338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754880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 loader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21424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913382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94576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94576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language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Will Build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937760" cy="2468880"/>
          </a:xfrm>
          <a:prstGeom prst="rect">
            <a:avLst/>
          </a:prstGeom>
          <a:solidFill>
            <a:srgbClr val="211B0D"/>
          </a:solidFill>
          <a:ln w="25400">
            <a:solidFill>
              <a:srgbClr val="D4A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app/services/gallery_service.py with save_gallery_item(), get_user_gallery(), and delete_gallery_item() — all tested against your real Supabase database.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246120" cy="2468880"/>
          </a:xfrm>
          <a:prstGeom prst="rect">
            <a:avLst/>
          </a:prstGeom>
          <a:solidFill>
            <a:srgbClr val="14100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1097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CREATED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5000" y="1481328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app/config.py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app/database.py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app/services/gallery_service.py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(never commit!)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8412480" cy="914400"/>
          </a:xfrm>
          <a:prstGeom prst="rect">
            <a:avLst/>
          </a:prstGeom>
          <a:solidFill>
            <a:srgbClr val="1A150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703320"/>
            <a:ext cx="64008" cy="9144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  · 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330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exercises in the colabs/ folder. Add your API keys to Colab Secrets before running.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82296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ACTIVITIES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0"/>
            <a:ext cx="4480560" cy="822960"/>
          </a:xfrm>
          <a:prstGeom prst="rect">
            <a:avLst/>
          </a:prstGeom>
          <a:solidFill>
            <a:srgbClr val="2E2415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0" y="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SUCCEED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Supabase project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Run CREATE TABLE SQL in SQL editor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Enable RLS + create policies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Create gallery-images Storage bucket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Copy keys to .env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Write config.py + database.py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Write gallery_service.py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Test CRUD from Python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05840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0424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every command yourself — no copy-paste.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55648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755648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7922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immediately, don't stay stuck.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505456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25420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normal. Read the full message.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55264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255264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329184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small wins — every working cell counts.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4005072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4005072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40416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Colab notebook mirrors this session exactly.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Begin!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VS Code and your terminal. Session 3 starts now.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Gemini AI — generate your first Mughal art image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 ·  AI Mughal Art Studio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Empire &amp; Ink — Session 3: Supabase, PostgreSQL &amp; the Gallery Service</dc:title>
  <dc:subject>PptxGenJS Presentation</dc:subject>
  <dc:creator>Empire &amp; Ink Programme</dc:creator>
  <cp:lastModifiedBy>Empire &amp; Ink Programme</cp:lastModifiedBy>
  <cp:revision>1</cp:revision>
  <dcterms:created xsi:type="dcterms:W3CDTF">2026-03-27T05:18:12Z</dcterms:created>
  <dcterms:modified xsi:type="dcterms:W3CDTF">2026-03-27T05:18:12Z</dcterms:modified>
</cp:coreProperties>
</file>