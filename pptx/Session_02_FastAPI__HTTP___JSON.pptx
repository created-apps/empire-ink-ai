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7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A82A"/>
          </a:solidFill>
          <a:ln w="12700">
            <a:solidFill>
              <a:srgbClr val="D4A8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457200"/>
            <a:ext cx="1554480" cy="347472"/>
          </a:xfrm>
          <a:prstGeom prst="roundRect">
            <a:avLst>
              <a:gd name="adj" fmla="val 15789"/>
            </a:avLst>
          </a:prstGeom>
          <a:solidFill>
            <a:srgbClr val="A07A18"/>
          </a:solidFill>
          <a:ln w="12700">
            <a:solidFill>
              <a:srgbClr val="A07A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45720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1C17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96012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9A8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EMPIRE &amp; INK  ·  AI Mughal Art Studio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11480" y="1234440"/>
            <a:ext cx="5943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0E4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Web &amp;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0E4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First API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11480" y="301752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D4A8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FastAPI, HTTP &amp; JSON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11480" y="3547872"/>
            <a:ext cx="6217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D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real HTTP server with three live endpoints. Test them in Swagger UI — a browser interface generated automatically from your Python code.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221B0E"/>
          </a:solidFill>
          <a:ln w="12700">
            <a:solidFill>
              <a:srgbClr val="221B0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59168" y="1463040"/>
            <a:ext cx="1883664" cy="2194560"/>
          </a:xfrm>
          <a:prstGeom prst="rect">
            <a:avLst/>
          </a:prstGeom>
          <a:solidFill>
            <a:srgbClr val="2E2415"/>
          </a:solidFill>
          <a:ln w="19050">
            <a:solidFill>
              <a:srgbClr val="A07A1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59168" y="1554480"/>
            <a:ext cx="18836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D4A8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☽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7059168" y="2606040"/>
            <a:ext cx="1883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9A8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 of 8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059168" y="2999232"/>
            <a:ext cx="1883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07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Empire &amp; Ink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A07A18"/>
          </a:solidFill>
          <a:ln w="12700">
            <a:solidFill>
              <a:srgbClr val="A07A1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8600" y="4846320"/>
            <a:ext cx="86868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1C17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FastAPI  ·  Google Gemini  ·  Supabase  ·  Tailwind CSS  ·  Render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A22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4A8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Programme Roadmap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1097280" cy="54864"/>
          </a:xfrm>
          <a:prstGeom prst="rect">
            <a:avLst/>
          </a:prstGeom>
          <a:solidFill>
            <a:srgbClr val="D4A82A"/>
          </a:solidFill>
          <a:ln w="12700">
            <a:solidFill>
              <a:srgbClr val="D4A8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9184" y="1051560"/>
            <a:ext cx="932688" cy="1463040"/>
          </a:xfrm>
          <a:prstGeom prst="rect">
            <a:avLst/>
          </a:prstGeom>
          <a:solidFill>
            <a:srgbClr val="2A2010"/>
          </a:solidFill>
          <a:ln w="12700">
            <a:solidFill>
              <a:srgbClr val="A07A1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9184" y="1097280"/>
            <a:ext cx="932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07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664208"/>
            <a:ext cx="8595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D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&amp; Dev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261872" y="1755648"/>
            <a:ext cx="91440" cy="54864"/>
          </a:xfrm>
          <a:prstGeom prst="rect">
            <a:avLst/>
          </a:prstGeom>
          <a:solidFill>
            <a:srgbClr val="A07A18"/>
          </a:solidFill>
          <a:ln w="12700">
            <a:solidFill>
              <a:srgbClr val="A07A1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53312" y="1051560"/>
            <a:ext cx="932688" cy="1463040"/>
          </a:xfrm>
          <a:prstGeom prst="rect">
            <a:avLst/>
          </a:prstGeom>
          <a:solidFill>
            <a:srgbClr val="D4A82A"/>
          </a:solidFill>
          <a:ln w="25400">
            <a:solidFill>
              <a:srgbClr val="F0C8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53312" y="1097280"/>
            <a:ext cx="932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C17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389888" y="1664208"/>
            <a:ext cx="8595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17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&amp; HTTP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286000" y="1755648"/>
            <a:ext cx="91440" cy="54864"/>
          </a:xfrm>
          <a:prstGeom prst="rect">
            <a:avLst/>
          </a:prstGeom>
          <a:solidFill>
            <a:srgbClr val="3A3020"/>
          </a:solidFill>
          <a:ln w="12700">
            <a:solidFill>
              <a:srgbClr val="3A302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77440" y="1051560"/>
            <a:ext cx="932688" cy="1463040"/>
          </a:xfrm>
          <a:prstGeom prst="rect">
            <a:avLst/>
          </a:prstGeom>
          <a:solidFill>
            <a:srgbClr val="1A1508"/>
          </a:solidFill>
          <a:ln w="12700">
            <a:solidFill>
              <a:srgbClr val="3A302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77440" y="1097280"/>
            <a:ext cx="932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A3A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414016" y="1664208"/>
            <a:ext cx="8595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8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&amp; DB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310128" y="1755648"/>
            <a:ext cx="91440" cy="54864"/>
          </a:xfrm>
          <a:prstGeom prst="rect">
            <a:avLst/>
          </a:prstGeom>
          <a:solidFill>
            <a:srgbClr val="3A3020"/>
          </a:solidFill>
          <a:ln w="12700">
            <a:solidFill>
              <a:srgbClr val="3A302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01568" y="1051560"/>
            <a:ext cx="932688" cy="1463040"/>
          </a:xfrm>
          <a:prstGeom prst="rect">
            <a:avLst/>
          </a:prstGeom>
          <a:solidFill>
            <a:srgbClr val="1A1508"/>
          </a:solidFill>
          <a:ln w="12700">
            <a:solidFill>
              <a:srgbClr val="3A30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01568" y="1097280"/>
            <a:ext cx="932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A3A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438144" y="1664208"/>
            <a:ext cx="8595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8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AI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334256" y="1755648"/>
            <a:ext cx="91440" cy="54864"/>
          </a:xfrm>
          <a:prstGeom prst="rect">
            <a:avLst/>
          </a:prstGeom>
          <a:solidFill>
            <a:srgbClr val="3A3020"/>
          </a:solidFill>
          <a:ln w="12700">
            <a:solidFill>
              <a:srgbClr val="3A302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425696" y="1051560"/>
            <a:ext cx="932688" cy="1463040"/>
          </a:xfrm>
          <a:prstGeom prst="rect">
            <a:avLst/>
          </a:prstGeom>
          <a:solidFill>
            <a:srgbClr val="1A1508"/>
          </a:solidFill>
          <a:ln w="12700">
            <a:solidFill>
              <a:srgbClr val="3A302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25696" y="1097280"/>
            <a:ext cx="932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A3A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462272" y="1664208"/>
            <a:ext cx="8595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8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Pipeline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358384" y="1755648"/>
            <a:ext cx="91440" cy="54864"/>
          </a:xfrm>
          <a:prstGeom prst="rect">
            <a:avLst/>
          </a:prstGeom>
          <a:solidFill>
            <a:srgbClr val="3A3020"/>
          </a:solidFill>
          <a:ln w="12700">
            <a:solidFill>
              <a:srgbClr val="3A302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49824" y="1051560"/>
            <a:ext cx="932688" cy="1463040"/>
          </a:xfrm>
          <a:prstGeom prst="rect">
            <a:avLst/>
          </a:prstGeom>
          <a:solidFill>
            <a:srgbClr val="1A1508"/>
          </a:solidFill>
          <a:ln w="12700">
            <a:solidFill>
              <a:srgbClr val="3A302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49824" y="1097280"/>
            <a:ext cx="932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A3A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486400" y="1664208"/>
            <a:ext cx="8595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8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&amp; JWT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382512" y="1755648"/>
            <a:ext cx="91440" cy="54864"/>
          </a:xfrm>
          <a:prstGeom prst="rect">
            <a:avLst/>
          </a:prstGeom>
          <a:solidFill>
            <a:srgbClr val="3A3020"/>
          </a:solidFill>
          <a:ln w="12700">
            <a:solidFill>
              <a:srgbClr val="3A302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73952" y="1051560"/>
            <a:ext cx="932688" cy="1463040"/>
          </a:xfrm>
          <a:prstGeom prst="rect">
            <a:avLst/>
          </a:prstGeom>
          <a:solidFill>
            <a:srgbClr val="1A1508"/>
          </a:solidFill>
          <a:ln w="12700">
            <a:solidFill>
              <a:srgbClr val="3A302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73952" y="1097280"/>
            <a:ext cx="932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A3A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6510528" y="1664208"/>
            <a:ext cx="8595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8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406640" y="1755648"/>
            <a:ext cx="91440" cy="54864"/>
          </a:xfrm>
          <a:prstGeom prst="rect">
            <a:avLst/>
          </a:prstGeom>
          <a:solidFill>
            <a:srgbClr val="3A3020"/>
          </a:solidFill>
          <a:ln w="12700">
            <a:solidFill>
              <a:srgbClr val="3A302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498080" y="1051560"/>
            <a:ext cx="932688" cy="1463040"/>
          </a:xfrm>
          <a:prstGeom prst="rect">
            <a:avLst/>
          </a:prstGeom>
          <a:solidFill>
            <a:srgbClr val="1A1508"/>
          </a:solidFill>
          <a:ln w="12700">
            <a:solidFill>
              <a:srgbClr val="3A302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98080" y="1097280"/>
            <a:ext cx="932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A3A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7534656" y="1664208"/>
            <a:ext cx="8595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8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&amp; Launch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1261872" y="2651760"/>
            <a:ext cx="1115568" cy="292608"/>
          </a:xfrm>
          <a:prstGeom prst="rect">
            <a:avLst/>
          </a:prstGeom>
          <a:solidFill>
            <a:srgbClr val="A07A18"/>
          </a:solidFill>
          <a:ln w="12700">
            <a:solidFill>
              <a:srgbClr val="A07A1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261872" y="2651760"/>
            <a:ext cx="1115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1C17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HERE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365760" y="315468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E8D9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After today: 6 sessions to a live app.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41008"/>
          </a:solidFill>
          <a:ln w="6350">
            <a:solidFill>
              <a:srgbClr val="A07A1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28600" y="4846320"/>
            <a:ext cx="86868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50" kern="0" dirty="0">
                <a:solidFill>
                  <a:srgbClr val="9A8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stack at graduation: Python · FastAPI · Jinja2 · Tailwind · Gemini AI · Imagen 3 · Supabase · GitHub · Render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A22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A07A18"/>
          </a:solidFill>
          <a:ln w="12700">
            <a:solidFill>
              <a:srgbClr val="A07A1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1C17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MILESTONE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8412480" cy="2560320"/>
          </a:xfrm>
          <a:prstGeom prst="rect">
            <a:avLst/>
          </a:prstGeom>
          <a:solidFill>
            <a:srgbClr val="211B0D"/>
          </a:solidFill>
          <a:ln w="25400">
            <a:solidFill>
              <a:srgbClr val="D4A82A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6304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32588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07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the end of this session: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85800" y="1783080"/>
            <a:ext cx="7818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0E4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local FastAPI server is running. You can test GET and POST endpoints live in Swagger UI at localhost:8000/api/docs.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0" y="3886200"/>
            <a:ext cx="9144000" cy="73152"/>
          </a:xfrm>
          <a:prstGeom prst="rect">
            <a:avLst/>
          </a:prstGeom>
          <a:solidFill>
            <a:srgbClr val="A07A18"/>
          </a:solidFill>
          <a:ln w="12700">
            <a:solidFill>
              <a:srgbClr val="A07A1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5760" y="406908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8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session fits into the bigger picture →  Empire &amp; Ink is a live AI Mughal art generator with auth, storage, and a beautiful frontend.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A22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4A8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Concepts This Session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41248"/>
            <a:ext cx="1097280" cy="54864"/>
          </a:xfrm>
          <a:prstGeom prst="rect">
            <a:avLst/>
          </a:prstGeom>
          <a:solidFill>
            <a:srgbClr val="D4A82A"/>
          </a:solidFill>
          <a:ln w="12700">
            <a:solidFill>
              <a:srgbClr val="D4A8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005840"/>
            <a:ext cx="2606040" cy="3657600"/>
          </a:xfrm>
          <a:prstGeom prst="rect">
            <a:avLst/>
          </a:prstGeom>
          <a:solidFill>
            <a:srgbClr val="211B0D"/>
          </a:solidFill>
          <a:ln w="12700">
            <a:solidFill>
              <a:srgbClr val="A07A1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05840"/>
            <a:ext cx="2606040" cy="54864"/>
          </a:xfrm>
          <a:prstGeom prst="rect">
            <a:avLst/>
          </a:prstGeom>
          <a:solidFill>
            <a:srgbClr val="D4A82A"/>
          </a:solidFill>
          <a:ln w="12700">
            <a:solidFill>
              <a:srgbClr val="D4A8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84632" y="1115568"/>
            <a:ext cx="475488" cy="475488"/>
          </a:xfrm>
          <a:prstGeom prst="ellipse">
            <a:avLst/>
          </a:prstGeom>
          <a:solidFill>
            <a:srgbClr val="A07A18"/>
          </a:solidFill>
          <a:ln w="12700">
            <a:solidFill>
              <a:srgbClr val="A07A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11155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17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29768" y="1737360"/>
            <a:ext cx="23865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E4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HTTP Methods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29768" y="2423160"/>
            <a:ext cx="238658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8D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= read, POST = create, DELETE = remove. Every API call you'll ever make uses one of these four verbs.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154680" y="1005840"/>
            <a:ext cx="2606040" cy="3657600"/>
          </a:xfrm>
          <a:prstGeom prst="rect">
            <a:avLst/>
          </a:prstGeom>
          <a:solidFill>
            <a:srgbClr val="211B0D"/>
          </a:solidFill>
          <a:ln w="12700">
            <a:solidFill>
              <a:srgbClr val="A07A1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54680" y="1005840"/>
            <a:ext cx="2606040" cy="54864"/>
          </a:xfrm>
          <a:prstGeom prst="rect">
            <a:avLst/>
          </a:prstGeom>
          <a:solidFill>
            <a:srgbClr val="D4A82A"/>
          </a:solidFill>
          <a:ln w="12700">
            <a:solidFill>
              <a:srgbClr val="D4A82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19272" y="1115568"/>
            <a:ext cx="475488" cy="475488"/>
          </a:xfrm>
          <a:prstGeom prst="ellipse">
            <a:avLst/>
          </a:prstGeom>
          <a:solidFill>
            <a:srgbClr val="A07A18"/>
          </a:solidFill>
          <a:ln w="12700">
            <a:solidFill>
              <a:srgbClr val="A07A1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19272" y="11155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17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264408" y="1737360"/>
            <a:ext cx="23865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E4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Pydantic Models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264408" y="2423160"/>
            <a:ext cx="238658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8D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 GenerateRequest class — FastAPI auto-validates all incoming data against your schema.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989320" y="1005840"/>
            <a:ext cx="2606040" cy="3657600"/>
          </a:xfrm>
          <a:prstGeom prst="rect">
            <a:avLst/>
          </a:prstGeom>
          <a:solidFill>
            <a:srgbClr val="211B0D"/>
          </a:solidFill>
          <a:ln w="12700">
            <a:solidFill>
              <a:srgbClr val="A07A1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89320" y="1005840"/>
            <a:ext cx="2606040" cy="54864"/>
          </a:xfrm>
          <a:prstGeom prst="rect">
            <a:avLst/>
          </a:prstGeom>
          <a:solidFill>
            <a:srgbClr val="D4A82A"/>
          </a:solidFill>
          <a:ln w="12700">
            <a:solidFill>
              <a:srgbClr val="D4A82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53912" y="1115568"/>
            <a:ext cx="475488" cy="475488"/>
          </a:xfrm>
          <a:prstGeom prst="ellipse">
            <a:avLst/>
          </a:prstGeom>
          <a:solidFill>
            <a:srgbClr val="A07A18"/>
          </a:solidFill>
          <a:ln w="12700">
            <a:solidFill>
              <a:srgbClr val="A07A1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53912" y="11155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17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099048" y="1737360"/>
            <a:ext cx="23865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E4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Swagger UI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099048" y="2423160"/>
            <a:ext cx="238658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8D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generates an interactive test interface from your code automatically. Zero extra work.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A22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4A8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Tools &amp; Technologies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1097280" cy="54864"/>
          </a:xfrm>
          <a:prstGeom prst="rect">
            <a:avLst/>
          </a:prstGeom>
          <a:solidFill>
            <a:srgbClr val="D4A82A"/>
          </a:solidFill>
          <a:ln w="12700">
            <a:solidFill>
              <a:srgbClr val="D4A8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2336" y="1657350"/>
            <a:ext cx="1920240" cy="2651760"/>
          </a:xfrm>
          <a:prstGeom prst="rect">
            <a:avLst/>
          </a:prstGeom>
          <a:solidFill>
            <a:srgbClr val="211B0D"/>
          </a:solidFill>
          <a:ln w="12700">
            <a:solidFill>
              <a:srgbClr val="A07A18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" y="1913382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75488" y="2617470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E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75488" y="3138678"/>
            <a:ext cx="1773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8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framework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542032" y="1657350"/>
            <a:ext cx="1920240" cy="2651760"/>
          </a:xfrm>
          <a:prstGeom prst="rect">
            <a:avLst/>
          </a:prstGeom>
          <a:solidFill>
            <a:srgbClr val="211B0D"/>
          </a:solidFill>
          <a:ln w="12700">
            <a:solidFill>
              <a:srgbClr val="A07A18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7832" y="1913382"/>
            <a:ext cx="548640" cy="5486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615184" y="2617470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E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Uvicorn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2615184" y="3138678"/>
            <a:ext cx="1773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8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ASGI server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681728" y="1657350"/>
            <a:ext cx="1920240" cy="2651760"/>
          </a:xfrm>
          <a:prstGeom prst="rect">
            <a:avLst/>
          </a:prstGeom>
          <a:solidFill>
            <a:srgbClr val="211B0D"/>
          </a:solidFill>
          <a:ln w="12700">
            <a:solidFill>
              <a:srgbClr val="A07A18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7528" y="1913382"/>
            <a:ext cx="548640" cy="5486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754880" y="2617470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E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4754880" y="3138678"/>
            <a:ext cx="1773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8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validation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6821424" y="1657350"/>
            <a:ext cx="1920240" cy="2651760"/>
          </a:xfrm>
          <a:prstGeom prst="rect">
            <a:avLst/>
          </a:prstGeom>
          <a:solidFill>
            <a:srgbClr val="211B0D"/>
          </a:solidFill>
          <a:ln w="12700">
            <a:solidFill>
              <a:srgbClr val="A07A18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7224" y="1913382"/>
            <a:ext cx="548640" cy="5486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894576" y="2617470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E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UI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6894576" y="3138678"/>
            <a:ext cx="1773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8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docs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A22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4A8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 Will Build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1097280" cy="54864"/>
          </a:xfrm>
          <a:prstGeom prst="rect">
            <a:avLst/>
          </a:prstGeom>
          <a:solidFill>
            <a:srgbClr val="D4A82A"/>
          </a:solidFill>
          <a:ln w="12700">
            <a:solidFill>
              <a:srgbClr val="D4A8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4937760" cy="2468880"/>
          </a:xfrm>
          <a:prstGeom prst="rect">
            <a:avLst/>
          </a:prstGeom>
          <a:solidFill>
            <a:srgbClr val="211B0D"/>
          </a:solidFill>
          <a:ln w="25400">
            <a:solidFill>
              <a:srgbClr val="D4A8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972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07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463040"/>
            <a:ext cx="4663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0E4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running FastAPI server at localhost:8000 with health, gallery, and generate endpoints, all testable through the Swagger UI browser interface.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577840" y="1005840"/>
            <a:ext cx="3246120" cy="2468880"/>
          </a:xfrm>
          <a:prstGeom prst="rect">
            <a:avLst/>
          </a:prstGeom>
          <a:solidFill>
            <a:srgbClr val="141008"/>
          </a:solidFill>
          <a:ln w="12700">
            <a:solidFill>
              <a:srgbClr val="A07A1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15000" y="109728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07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CREATED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715000" y="1481328"/>
            <a:ext cx="29718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E8D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main.py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E8D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app/api/schemas.py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E8D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app/api/routes.py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E8D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app/__init__.py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3703320"/>
            <a:ext cx="8412480" cy="914400"/>
          </a:xfrm>
          <a:prstGeom prst="rect">
            <a:avLst/>
          </a:prstGeom>
          <a:solidFill>
            <a:srgbClr val="1A1508"/>
          </a:solidFill>
          <a:ln w="12700">
            <a:solidFill>
              <a:srgbClr val="A07A1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3703320"/>
            <a:ext cx="64008" cy="914400"/>
          </a:xfrm>
          <a:prstGeom prst="rect">
            <a:avLst/>
          </a:prstGeom>
          <a:solidFill>
            <a:srgbClr val="D4A82A"/>
          </a:solidFill>
          <a:ln w="12700">
            <a:solidFill>
              <a:srgbClr val="D4A8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7947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4A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 NOTEBOOK  ·  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413308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8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Companion exercises in the colabs/ folder. Add your API keys to Colab Secrets before running.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A22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480560" cy="822960"/>
          </a:xfrm>
          <a:prstGeom prst="rect">
            <a:avLst/>
          </a:prstGeom>
          <a:solidFill>
            <a:srgbClr val="D4A82A"/>
          </a:solidFill>
          <a:ln w="12700">
            <a:solidFill>
              <a:srgbClr val="D4A8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C17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ACTIVITIES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663440" y="0"/>
            <a:ext cx="4480560" cy="822960"/>
          </a:xfrm>
          <a:prstGeom prst="rect">
            <a:avLst/>
          </a:prstGeom>
          <a:solidFill>
            <a:srgbClr val="2E2415"/>
          </a:solidFill>
          <a:ln w="12700">
            <a:solidFill>
              <a:srgbClr val="A07A1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846320" y="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4A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SUCCEED TODAY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28600" y="1005840"/>
            <a:ext cx="41148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0E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Walk through main.py structure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0E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Create schemas.py with Pydantic models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0E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Create routes.py with GET /api/health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0E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Register router in main.py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0E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Run uvicorn main:app --reload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0E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Test in Swagger UI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0E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Add POST /api/generate stub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0E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Add DELETE /api/gallery/{id} stub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1005840"/>
            <a:ext cx="4297680" cy="621792"/>
          </a:xfrm>
          <a:prstGeom prst="rect">
            <a:avLst/>
          </a:prstGeom>
          <a:solidFill>
            <a:srgbClr val="211B0D"/>
          </a:solidFill>
          <a:ln w="12700">
            <a:solidFill>
              <a:srgbClr val="3A302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63440" y="1005840"/>
            <a:ext cx="64008" cy="621792"/>
          </a:xfrm>
          <a:prstGeom prst="rect">
            <a:avLst/>
          </a:prstGeom>
          <a:solidFill>
            <a:srgbClr val="D4A82A"/>
          </a:solidFill>
          <a:ln w="12700">
            <a:solidFill>
              <a:srgbClr val="D4A8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28032" y="1042416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D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every command yourself — no copy-paste.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755648"/>
            <a:ext cx="4297680" cy="621792"/>
          </a:xfrm>
          <a:prstGeom prst="rect">
            <a:avLst/>
          </a:prstGeom>
          <a:solidFill>
            <a:srgbClr val="211B0D"/>
          </a:solidFill>
          <a:ln w="12700">
            <a:solidFill>
              <a:srgbClr val="3A302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755648"/>
            <a:ext cx="64008" cy="621792"/>
          </a:xfrm>
          <a:prstGeom prst="rect">
            <a:avLst/>
          </a:prstGeom>
          <a:solidFill>
            <a:srgbClr val="D4A82A"/>
          </a:solidFill>
          <a:ln w="12700">
            <a:solidFill>
              <a:srgbClr val="D4A8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28032" y="1792224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D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questions immediately, don't stay stuck.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2505456"/>
            <a:ext cx="4297680" cy="621792"/>
          </a:xfrm>
          <a:prstGeom prst="rect">
            <a:avLst/>
          </a:prstGeom>
          <a:solidFill>
            <a:srgbClr val="211B0D"/>
          </a:solidFill>
          <a:ln w="12700">
            <a:solidFill>
              <a:srgbClr val="3A302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63440" y="2505456"/>
            <a:ext cx="64008" cy="621792"/>
          </a:xfrm>
          <a:prstGeom prst="rect">
            <a:avLst/>
          </a:prstGeom>
          <a:solidFill>
            <a:srgbClr val="D4A82A"/>
          </a:solidFill>
          <a:ln w="12700">
            <a:solidFill>
              <a:srgbClr val="D4A8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28032" y="2542032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D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are normal. Read the full message.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0" y="3255264"/>
            <a:ext cx="4297680" cy="621792"/>
          </a:xfrm>
          <a:prstGeom prst="rect">
            <a:avLst/>
          </a:prstGeom>
          <a:solidFill>
            <a:srgbClr val="211B0D"/>
          </a:solidFill>
          <a:ln w="12700">
            <a:solidFill>
              <a:srgbClr val="3A302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63440" y="3255264"/>
            <a:ext cx="64008" cy="621792"/>
          </a:xfrm>
          <a:prstGeom prst="rect">
            <a:avLst/>
          </a:prstGeom>
          <a:solidFill>
            <a:srgbClr val="D4A82A"/>
          </a:solidFill>
          <a:ln w="12700">
            <a:solidFill>
              <a:srgbClr val="D4A8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28032" y="3291840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D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Celebrate small wins — every working cell counts.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63440" y="4005072"/>
            <a:ext cx="4297680" cy="621792"/>
          </a:xfrm>
          <a:prstGeom prst="rect">
            <a:avLst/>
          </a:prstGeom>
          <a:solidFill>
            <a:srgbClr val="211B0D"/>
          </a:solidFill>
          <a:ln w="12700">
            <a:solidFill>
              <a:srgbClr val="3A302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63440" y="4005072"/>
            <a:ext cx="64008" cy="621792"/>
          </a:xfrm>
          <a:prstGeom prst="rect">
            <a:avLst/>
          </a:prstGeom>
          <a:solidFill>
            <a:srgbClr val="D4A82A"/>
          </a:solidFill>
          <a:ln w="12700">
            <a:solidFill>
              <a:srgbClr val="D4A8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28032" y="4041648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D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Colab notebook mirrors this session exactly.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17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D4A82A"/>
          </a:solidFill>
          <a:ln w="12700">
            <a:solidFill>
              <a:srgbClr val="D4A8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78908"/>
            <a:ext cx="9144000" cy="164592"/>
          </a:xfrm>
          <a:prstGeom prst="rect">
            <a:avLst/>
          </a:prstGeom>
          <a:solidFill>
            <a:srgbClr val="D4A82A"/>
          </a:solidFill>
          <a:ln w="12700">
            <a:solidFill>
              <a:srgbClr val="D4A8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D4A8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Let's Begin!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0E4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 VS Code and your terminal. Session 2 starts now.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A8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session: Supabase &amp; Database — store gallery records in the cloud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43891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A07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Empire &amp; Ink  ·  AI Mughal Art Studio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Empire &amp; Ink — Session 2: FastAPI, HTTP &amp; JSON</dc:title>
  <dc:subject>PptxGenJS Presentation</dc:subject>
  <dc:creator>Empire &amp; Ink Programme</dc:creator>
  <cp:lastModifiedBy>Empire &amp; Ink Programme</cp:lastModifiedBy>
  <cp:revision>1</cp:revision>
  <dcterms:created xsi:type="dcterms:W3CDTF">2026-03-27T05:18:12Z</dcterms:created>
  <dcterms:modified xsi:type="dcterms:W3CDTF">2026-03-27T05:18:12Z</dcterms:modified>
</cp:coreProperties>
</file>