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19440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7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11480" y="457200"/>
            <a:ext cx="1554480" cy="347472"/>
          </a:xfrm>
          <a:prstGeom prst="roundRect">
            <a:avLst>
              <a:gd name="adj" fmla="val 15789"/>
            </a:avLst>
          </a:prstGeom>
          <a:solidFill>
            <a:srgbClr val="A07A18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4572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1C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 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9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EMPIRE &amp; INK  ·  AI Mughal Art Studio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1234440"/>
            <a:ext cx="5943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0E4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Magic — Prompt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0E4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Engineering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11480" y="30175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D4A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Google Gemini, Imagen 3 &amp; the Art of Prompting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11480" y="3547872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first AI-powered function. Feed it a simple idea, watch it produce a rich Mughal miniature description, then generate an actual image that appears on screen.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221B0E"/>
          </a:solidFill>
          <a:ln w="12700">
            <a:solidFill>
              <a:srgbClr val="221B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7059168" y="1463040"/>
            <a:ext cx="1883664" cy="2194560"/>
          </a:xfrm>
          <a:prstGeom prst="rect">
            <a:avLst/>
          </a:prstGeom>
          <a:solidFill>
            <a:srgbClr val="2E2415"/>
          </a:solidFill>
          <a:ln w="1905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059168" y="1554480"/>
            <a:ext cx="18836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D4A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☽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7059168" y="2606040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100" dirty="0">
                <a:solidFill>
                  <a:srgbClr val="9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of 8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059168" y="2999232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07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Empire &amp; Ink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A07A18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228600" y="4846320"/>
            <a:ext cx="8686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1C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FastAPI  ·  Google Gemini  ·  Supabase  ·  Tailwind CSS  ·  Render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A22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4A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Programme Roadmap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1097280" cy="54864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29184" y="1051560"/>
            <a:ext cx="932688" cy="1463040"/>
          </a:xfrm>
          <a:prstGeom prst="rect">
            <a:avLst/>
          </a:prstGeom>
          <a:solidFill>
            <a:srgbClr val="2A2010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29184" y="1097280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07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664208"/>
            <a:ext cx="8595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&amp; Dev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261872" y="1755648"/>
            <a:ext cx="91440" cy="54864"/>
          </a:xfrm>
          <a:prstGeom prst="rect">
            <a:avLst/>
          </a:prstGeom>
          <a:solidFill>
            <a:srgbClr val="A07A18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353312" y="1051560"/>
            <a:ext cx="932688" cy="1463040"/>
          </a:xfrm>
          <a:prstGeom prst="rect">
            <a:avLst/>
          </a:prstGeom>
          <a:solidFill>
            <a:srgbClr val="2A2010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353312" y="1097280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07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89888" y="1664208"/>
            <a:ext cx="8595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&amp; HTTP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86000" y="1755648"/>
            <a:ext cx="91440" cy="54864"/>
          </a:xfrm>
          <a:prstGeom prst="rect">
            <a:avLst/>
          </a:prstGeom>
          <a:solidFill>
            <a:srgbClr val="A07A18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377440" y="1051560"/>
            <a:ext cx="932688" cy="1463040"/>
          </a:xfrm>
          <a:prstGeom prst="rect">
            <a:avLst/>
          </a:prstGeom>
          <a:solidFill>
            <a:srgbClr val="2A2010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377440" y="1097280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07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414016" y="1664208"/>
            <a:ext cx="8595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&amp; DB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310128" y="1755648"/>
            <a:ext cx="91440" cy="54864"/>
          </a:xfrm>
          <a:prstGeom prst="rect">
            <a:avLst/>
          </a:prstGeom>
          <a:solidFill>
            <a:srgbClr val="A07A18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401568" y="1051560"/>
            <a:ext cx="932688" cy="1463040"/>
          </a:xfrm>
          <a:prstGeom prst="rect">
            <a:avLst/>
          </a:prstGeom>
          <a:solidFill>
            <a:srgbClr val="D4A82A"/>
          </a:solidFill>
          <a:ln w="25400">
            <a:solidFill>
              <a:srgbClr val="F0C8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401568" y="1097280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C17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438144" y="1664208"/>
            <a:ext cx="8595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C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334256" y="1755648"/>
            <a:ext cx="91440" cy="54864"/>
          </a:xfrm>
          <a:prstGeom prst="rect">
            <a:avLst/>
          </a:prstGeom>
          <a:solidFill>
            <a:srgbClr val="3A3020"/>
          </a:solidFill>
          <a:ln w="12700">
            <a:solidFill>
              <a:srgbClr val="3A3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425696" y="1051560"/>
            <a:ext cx="932688" cy="1463040"/>
          </a:xfrm>
          <a:prstGeom prst="rect">
            <a:avLst/>
          </a:prstGeom>
          <a:solidFill>
            <a:srgbClr val="1A1508"/>
          </a:solidFill>
          <a:ln w="12700">
            <a:solidFill>
              <a:srgbClr val="3A3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425696" y="1097280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A3A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462272" y="1664208"/>
            <a:ext cx="8595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358384" y="1755648"/>
            <a:ext cx="91440" cy="54864"/>
          </a:xfrm>
          <a:prstGeom prst="rect">
            <a:avLst/>
          </a:prstGeom>
          <a:solidFill>
            <a:srgbClr val="3A3020"/>
          </a:solidFill>
          <a:ln w="12700">
            <a:solidFill>
              <a:srgbClr val="3A3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5449824" y="1051560"/>
            <a:ext cx="932688" cy="1463040"/>
          </a:xfrm>
          <a:prstGeom prst="rect">
            <a:avLst/>
          </a:prstGeom>
          <a:solidFill>
            <a:srgbClr val="1A1508"/>
          </a:solidFill>
          <a:ln w="12700">
            <a:solidFill>
              <a:srgbClr val="3A3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449824" y="1097280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A3A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486400" y="1664208"/>
            <a:ext cx="8595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JWT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382512" y="1755648"/>
            <a:ext cx="91440" cy="54864"/>
          </a:xfrm>
          <a:prstGeom prst="rect">
            <a:avLst/>
          </a:prstGeom>
          <a:solidFill>
            <a:srgbClr val="3A3020"/>
          </a:solidFill>
          <a:ln w="12700">
            <a:solidFill>
              <a:srgbClr val="3A3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6473952" y="1051560"/>
            <a:ext cx="932688" cy="1463040"/>
          </a:xfrm>
          <a:prstGeom prst="rect">
            <a:avLst/>
          </a:prstGeom>
          <a:solidFill>
            <a:srgbClr val="1A1508"/>
          </a:solidFill>
          <a:ln w="12700">
            <a:solidFill>
              <a:srgbClr val="3A3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473952" y="1097280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A3A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510528" y="1664208"/>
            <a:ext cx="8595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406640" y="1755648"/>
            <a:ext cx="91440" cy="54864"/>
          </a:xfrm>
          <a:prstGeom prst="rect">
            <a:avLst/>
          </a:prstGeom>
          <a:solidFill>
            <a:srgbClr val="3A3020"/>
          </a:solidFill>
          <a:ln w="12700">
            <a:solidFill>
              <a:srgbClr val="3A3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7498080" y="1051560"/>
            <a:ext cx="932688" cy="1463040"/>
          </a:xfrm>
          <a:prstGeom prst="rect">
            <a:avLst/>
          </a:prstGeom>
          <a:solidFill>
            <a:srgbClr val="1A1508"/>
          </a:solidFill>
          <a:ln w="12700">
            <a:solidFill>
              <a:srgbClr val="3A3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7498080" y="1097280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A3A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7534656" y="1664208"/>
            <a:ext cx="8595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&amp; Launch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310128" y="2651760"/>
            <a:ext cx="1115568" cy="292608"/>
          </a:xfrm>
          <a:prstGeom prst="rect">
            <a:avLst/>
          </a:prstGeom>
          <a:solidFill>
            <a:srgbClr val="A07A18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3310128" y="2651760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1C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HERE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65760" y="31546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E8D9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 today: 4 sessions to a live app.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41008"/>
          </a:solidFill>
          <a:ln w="635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228600" y="4846320"/>
            <a:ext cx="8686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50" dirty="0">
                <a:solidFill>
                  <a:srgbClr val="9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at graduation: Python · FastAPI · Jinja2 · Tailwind · Gemini AI · Imagen 3 · Supabase · GitHub · Render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A22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A07A18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400" dirty="0">
                <a:solidFill>
                  <a:srgbClr val="1C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MILESTONE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2560320"/>
          </a:xfrm>
          <a:prstGeom prst="rect">
            <a:avLst/>
          </a:prstGeom>
          <a:solidFill>
            <a:srgbClr val="211B0D"/>
          </a:solidFill>
          <a:ln w="254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6304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3258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07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session: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92834" y="2212848"/>
            <a:ext cx="7818120" cy="939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0E4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generate your first Mughal art image from a Python script, saved as test_output.png and displayed using PIL.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0" y="3886200"/>
            <a:ext cx="9144000" cy="73152"/>
          </a:xfrm>
          <a:prstGeom prst="rect">
            <a:avLst/>
          </a:prstGeom>
          <a:solidFill>
            <a:srgbClr val="A07A18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365760" y="406908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session fits into the bigger picture →  Empire &amp; Ink is a live AI Mughal art generator with auth, storage, and a beautiful frontend.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A22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4A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Concepts This Session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1097280" cy="54864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606040" cy="3657600"/>
          </a:xfrm>
          <a:prstGeom prst="rect">
            <a:avLst/>
          </a:prstGeom>
          <a:solidFill>
            <a:srgbClr val="211B0D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2606040" cy="54864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84632" y="1115568"/>
            <a:ext cx="475488" cy="475488"/>
          </a:xfrm>
          <a:prstGeom prst="ellipse">
            <a:avLst/>
          </a:prstGeom>
          <a:solidFill>
            <a:srgbClr val="A07A18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84632" y="11155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29768" y="1737360"/>
            <a:ext cx="23865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E4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LLMs &amp; Image Generation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29768" y="2423160"/>
            <a:ext cx="238658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Flash completes text. Imagen 3 denoises pixels guided by a prompt. Two models, two jobs, one pipeline.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154680" y="1005840"/>
            <a:ext cx="2606040" cy="3657600"/>
          </a:xfrm>
          <a:prstGeom prst="rect">
            <a:avLst/>
          </a:prstGeom>
          <a:solidFill>
            <a:srgbClr val="211B0D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154680" y="1005840"/>
            <a:ext cx="2606040" cy="54864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319272" y="1115568"/>
            <a:ext cx="475488" cy="475488"/>
          </a:xfrm>
          <a:prstGeom prst="ellipse">
            <a:avLst/>
          </a:prstGeom>
          <a:solidFill>
            <a:srgbClr val="A07A18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319272" y="11155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64408" y="1737360"/>
            <a:ext cx="23865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E4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 Engineering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264408" y="2423160"/>
            <a:ext cx="238658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Weak: 'a bird'. Strong: 'White falcon on a jewelled glove, Akbari Mughal miniature, opaque watercolour on wasli paper, circa 1590'.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89320" y="1005840"/>
            <a:ext cx="2606040" cy="3657600"/>
          </a:xfrm>
          <a:prstGeom prst="rect">
            <a:avLst/>
          </a:prstGeom>
          <a:solidFill>
            <a:srgbClr val="211B0D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989320" y="1005840"/>
            <a:ext cx="2606040" cy="54864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153912" y="1115568"/>
            <a:ext cx="475488" cy="475488"/>
          </a:xfrm>
          <a:prstGeom prst="ellipse">
            <a:avLst/>
          </a:prstGeom>
          <a:solidFill>
            <a:srgbClr val="A07A18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153912" y="11155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099048" y="1737360"/>
            <a:ext cx="23865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E4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Mughal Style Descriptors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099048" y="2423160"/>
            <a:ext cx="238658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Akbari (bold, Persian), Jahangiri (naturalistic), Shahjahani (elegant, pastel). A Python dict of era characteristics.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A22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4A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 &amp; Technologies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1097280" cy="54864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02336" y="1657350"/>
            <a:ext cx="1920240" cy="2651760"/>
          </a:xfrm>
          <a:prstGeom prst="rect">
            <a:avLst/>
          </a:prstGeom>
          <a:solidFill>
            <a:srgbClr val="211B0D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" y="1913382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5488" y="261747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Flash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75488" y="3138678"/>
            <a:ext cx="1773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/ prompt enhancement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542032" y="1657350"/>
            <a:ext cx="1920240" cy="2651760"/>
          </a:xfrm>
          <a:prstGeom prst="rect">
            <a:avLst/>
          </a:prstGeom>
          <a:solidFill>
            <a:srgbClr val="211B0D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7832" y="1913382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615184" y="261747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 3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2615184" y="3138678"/>
            <a:ext cx="1773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generation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681728" y="1657350"/>
            <a:ext cx="1920240" cy="2651760"/>
          </a:xfrm>
          <a:prstGeom prst="rect">
            <a:avLst/>
          </a:prstGeom>
          <a:solidFill>
            <a:srgbClr val="211B0D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7528" y="1913382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754880" y="261747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google-genai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4754880" y="3138678"/>
            <a:ext cx="1773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SDK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821424" y="1657350"/>
            <a:ext cx="1920240" cy="2651760"/>
          </a:xfrm>
          <a:prstGeom prst="rect">
            <a:avLst/>
          </a:prstGeom>
          <a:solidFill>
            <a:srgbClr val="211B0D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7224" y="1913382"/>
            <a:ext cx="548640" cy="5486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894576" y="261747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Pillow (PIL)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6894576" y="3138678"/>
            <a:ext cx="1773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display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A22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4A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Will Build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1097280" cy="54864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937760" cy="2468880"/>
          </a:xfrm>
          <a:prstGeom prst="rect">
            <a:avLst/>
          </a:prstGeom>
          <a:solidFill>
            <a:srgbClr val="211B0D"/>
          </a:solidFill>
          <a:ln w="254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10972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A07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4663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0E4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app/ai/prompt_enhancer.py and app/ai/image_generator.py — a full text→enhanced prompt→image pipeline producing a real Mughal miniature PNG.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577840" y="1005840"/>
            <a:ext cx="3246120" cy="2468880"/>
          </a:xfrm>
          <a:prstGeom prst="rect">
            <a:avLst/>
          </a:prstGeom>
          <a:solidFill>
            <a:srgbClr val="141008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715000" y="10972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A07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CREATED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715000" y="1481328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E8D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app/ai/prompt_enhancer.py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E8D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app/ai/image_generator.py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E8D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app/ai/__init__.py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E8D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 (add GEMINI_API_KEY)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703320"/>
            <a:ext cx="8412480" cy="914400"/>
          </a:xfrm>
          <a:prstGeom prst="rect">
            <a:avLst/>
          </a:prstGeom>
          <a:solidFill>
            <a:srgbClr val="1A1508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65760" y="3703320"/>
            <a:ext cx="64008" cy="914400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48640" y="3794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D4A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 NOTEBOOK  ·  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413308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exercises in the colabs/ folder. Add your API keys to Colab Secrets before running.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A22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80560" cy="822960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28600" y="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C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ACTIVITIES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663440" y="0"/>
            <a:ext cx="4480560" cy="822960"/>
          </a:xfrm>
          <a:prstGeom prst="rect">
            <a:avLst/>
          </a:prstGeom>
          <a:solidFill>
            <a:srgbClr val="2E2415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846320" y="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D4A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SUCCEED TODAY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28600" y="1005840"/>
            <a:ext cx="41148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Get Gemini API key from AI Studio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Play in AI Studio: weak → strong prompt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Write prompt_enhancer.py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Test with 'a tiger in a garden'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Write image_generator.py with Imagen 3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Run full test → test_output.png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Open and view the image with PIL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005840"/>
            <a:ext cx="4297680" cy="621792"/>
          </a:xfrm>
          <a:prstGeom prst="rect">
            <a:avLst/>
          </a:prstGeom>
          <a:solidFill>
            <a:srgbClr val="211B0D"/>
          </a:solidFill>
          <a:ln w="12700">
            <a:solidFill>
              <a:srgbClr val="3A3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64008" cy="621792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828032" y="1042416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every command yourself — no copy-paste.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755648"/>
            <a:ext cx="4297680" cy="621792"/>
          </a:xfrm>
          <a:prstGeom prst="rect">
            <a:avLst/>
          </a:prstGeom>
          <a:solidFill>
            <a:srgbClr val="211B0D"/>
          </a:solidFill>
          <a:ln w="12700">
            <a:solidFill>
              <a:srgbClr val="3A3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63440" y="1755648"/>
            <a:ext cx="64008" cy="621792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828032" y="1792224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 immediately, don't stay stuck.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2505456"/>
            <a:ext cx="4297680" cy="621792"/>
          </a:xfrm>
          <a:prstGeom prst="rect">
            <a:avLst/>
          </a:prstGeom>
          <a:solidFill>
            <a:srgbClr val="211B0D"/>
          </a:solidFill>
          <a:ln w="12700">
            <a:solidFill>
              <a:srgbClr val="3A3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663440" y="2505456"/>
            <a:ext cx="64008" cy="621792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828032" y="2542032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are normal. Read the full message.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3255264"/>
            <a:ext cx="4297680" cy="621792"/>
          </a:xfrm>
          <a:prstGeom prst="rect">
            <a:avLst/>
          </a:prstGeom>
          <a:solidFill>
            <a:srgbClr val="211B0D"/>
          </a:solidFill>
          <a:ln w="12700">
            <a:solidFill>
              <a:srgbClr val="3A3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663440" y="3255264"/>
            <a:ext cx="64008" cy="621792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828032" y="3291840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Celebrate small wins — every working cell counts.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4005072"/>
            <a:ext cx="4297680" cy="621792"/>
          </a:xfrm>
          <a:prstGeom prst="rect">
            <a:avLst/>
          </a:prstGeom>
          <a:solidFill>
            <a:srgbClr val="211B0D"/>
          </a:solidFill>
          <a:ln w="12700">
            <a:solidFill>
              <a:srgbClr val="3A3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663440" y="4005072"/>
            <a:ext cx="64008" cy="621792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828032" y="4041648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Colab notebook mirrors this session exactly.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7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D4A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Begin!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0E4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VS Code and your terminal. Session 4 starts now.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session: Full AI Pipeline — wire AI + Storage + DB into one orchestrator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3891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200" dirty="0">
                <a:solidFill>
                  <a:srgbClr val="A07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Empire &amp; Ink  ·  AI Mughal Art Studio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579</Words>
  <Application>Microsoft Office PowerPoint</Application>
  <PresentationFormat>On-screen Show (16:9)</PresentationFormat>
  <Paragraphs>89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Courier New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Empire &amp; Ink — Session 4: Google Gemini, Imagen 3 &amp; the Art of Prompting</dc:title>
  <dc:subject>PptxGenJS Presentation</dc:subject>
  <dc:creator>Empire &amp; Ink Programme</dc:creator>
  <cp:lastModifiedBy>Hanesh Iyer</cp:lastModifiedBy>
  <cp:revision>2</cp:revision>
  <dcterms:created xsi:type="dcterms:W3CDTF">2026-03-27T05:18:12Z</dcterms:created>
  <dcterms:modified xsi:type="dcterms:W3CDTF">2026-03-27T05:21:01Z</dcterms:modified>
</cp:coreProperties>
</file>