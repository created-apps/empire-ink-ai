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173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It! —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Launch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Git, GitHub, Render &amp; Going Live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5478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your code, push to GitHub, and deploy on Render. By the end of this session, Empire &amp; Ink is live at a public URL accessible to anyone in the world.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21B0E"/>
          </a:solidFill>
          <a:ln w="12700">
            <a:solidFill>
              <a:srgbClr val="221B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59168" y="1463040"/>
            <a:ext cx="1883664" cy="2194560"/>
          </a:xfrm>
          <a:prstGeom prst="rect">
            <a:avLst/>
          </a:prstGeom>
          <a:solidFill>
            <a:srgbClr val="2E2415"/>
          </a:solidFill>
          <a:ln w="1905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5916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☽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059168" y="26060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 of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59168" y="29992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 &amp; 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Google Gemini  ·  Supabase  ·  Tailwind CSS  ·  Render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9184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Dev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61872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53312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5331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8988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HTTP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377440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37744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1401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&amp; 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01568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01568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38144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34256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425696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25696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62272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58384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49824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4982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JWT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82512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73952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7395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052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498080" y="1051560"/>
            <a:ext cx="932688" cy="1463040"/>
          </a:xfrm>
          <a:prstGeom prst="rect">
            <a:avLst/>
          </a:prstGeom>
          <a:solidFill>
            <a:srgbClr val="D4A82A"/>
          </a:solidFill>
          <a:ln w="25400">
            <a:solidFill>
              <a:srgbClr val="F0C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808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53465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Launch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06640" y="2651760"/>
            <a:ext cx="1115568" cy="292608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406640" y="26517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today: 0 sessions to a live app.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008"/>
          </a:solidFill>
          <a:ln w="635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at graduation: Python · FastAPI · Jinja2 · Tailwind · Gemini AI · Imagen 3 · Supabase · GitHub · Render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MILESTONE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256032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14827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session: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231312"/>
            <a:ext cx="781812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 &amp; Ink is live at a public Render URL. Anyone in the world can open it, register, and generate Mughal art.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3886200"/>
            <a:ext cx="9144000" cy="73152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4069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fits into the bigger picture →  Empire &amp; Ink is a live AI Mughal art generator with auth, storage, and a beautiful frontend.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This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463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&amp; Version Control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/ add / commit / push — four commands that move your code from laptop to GitHub. Every commit is a recoverable snapshot.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1927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1927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.gitignore &amp; Secret Safety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must never reach GitHub. Add it to .gitignore on day one. API key leaks cause real financial damage.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8932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5391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5391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904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 Deployment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904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 tells Render: install requirements.txt, run uvicorn. Set env vars in the Render dashboard — same os.getenv() code works.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02336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91338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+ hosting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91338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5184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15184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81728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91338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54880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config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21424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191338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94576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protection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Build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246888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 &amp; Ink live at https://your-app.onrender.com — a public, fully functional AI Mughal art generator. Accessible to anyone in the world.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2468880"/>
          </a:xfrm>
          <a:prstGeom prst="rect">
            <a:avLst/>
          </a:prstGeom>
          <a:solidFill>
            <a:srgbClr val="14100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1500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48132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render.yaml (review)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(review)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1A150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64008" cy="9144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 ·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exercises in the colabs/ folder. Add your API keys to Colab Secrets before running.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8229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ACTIVITIES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822960"/>
          </a:xfrm>
          <a:prstGeom prst="rect">
            <a:avLst/>
          </a:prstGeom>
          <a:solidFill>
            <a:srgbClr val="2E2415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SUCCEED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.gitignore (.env, venv/, __pycache__/)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git init + first commit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Create GitHub repo + push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Connect repo to Render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Review render.yaml line by line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Set 4 env vars in Render dashboard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Deploy + watch build logs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Open live URL + full end-to-end test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Programme retrospective + v2 planning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28032" y="10424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command yourself — no copy-paste.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55648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755648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792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immediately, don't stay stuck.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2505456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28032" y="25420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normal. Read the full message.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55264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3255264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8032" y="32918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small wins — every working cell counts.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005072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4005072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032" y="4041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Colab notebook mirrors this session exactly.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VS Code and your terminal. Session 8 starts now.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Microsoft Office PowerPoint</Application>
  <PresentationFormat>On-screen Show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Empire &amp; Ink — Session 8: Git, GitHub, Render &amp; Going Live</dc:title>
  <dc:subject>PptxGenJS Presentation</dc:subject>
  <dc:creator>Empire &amp; Ink Programme</dc:creator>
  <cp:lastModifiedBy>Hanesh Iyer</cp:lastModifiedBy>
  <cp:revision>2</cp:revision>
  <dcterms:created xsi:type="dcterms:W3CDTF">2026-03-27T05:18:12Z</dcterms:created>
  <dcterms:modified xsi:type="dcterms:W3CDTF">2026-03-27T05:23:06Z</dcterms:modified>
</cp:coreProperties>
</file>