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0320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11480" y="457200"/>
            <a:ext cx="1554480" cy="347472"/>
          </a:xfrm>
          <a:prstGeom prst="roundRect">
            <a:avLst>
              <a:gd name="adj" fmla="val 15789"/>
            </a:avLst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11480" y="4572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 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5943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Face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the App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Jinja2 Templates, Tailwind CSS &amp; the Complete Frontend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" y="3547872"/>
            <a:ext cx="6217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full browser experience: login, register, generate art with style cards, and a gallery with lightbox, download, and delete — all wired to your real backend API.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21B0E"/>
          </a:solidFill>
          <a:ln w="12700">
            <a:solidFill>
              <a:srgbClr val="221B0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059168" y="1463040"/>
            <a:ext cx="1883664" cy="2194560"/>
          </a:xfrm>
          <a:prstGeom prst="rect">
            <a:avLst/>
          </a:prstGeom>
          <a:solidFill>
            <a:srgbClr val="2E2415"/>
          </a:solidFill>
          <a:ln w="1905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59168" y="1554480"/>
            <a:ext cx="18836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☽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7059168" y="2606040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7 of 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059168" y="2999232"/>
            <a:ext cx="18836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Empire &amp; Ink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FastAPI  ·  Google Gemini  ·  Supabase  ·  Tailwind CSS  ·  Render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Programme Roadmap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9184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2918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&amp; Dev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261872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353312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35331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8988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&amp; HTTP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377440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37744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1401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&amp; DB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10128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401568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01568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38144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34256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425696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425696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62272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58384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5449824" y="1051560"/>
            <a:ext cx="932688" cy="1463040"/>
          </a:xfrm>
          <a:prstGeom prst="rect">
            <a:avLst/>
          </a:prstGeom>
          <a:solidFill>
            <a:srgbClr val="2A2010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5449824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486400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JWT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382512" y="1755648"/>
            <a:ext cx="91440" cy="54864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6473952" y="1051560"/>
            <a:ext cx="932688" cy="1463040"/>
          </a:xfrm>
          <a:prstGeom prst="rect">
            <a:avLst/>
          </a:prstGeom>
          <a:solidFill>
            <a:srgbClr val="D4A82A"/>
          </a:solidFill>
          <a:ln w="25400">
            <a:solidFill>
              <a:srgbClr val="F0C8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473952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C17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510528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406640" y="1755648"/>
            <a:ext cx="91440" cy="54864"/>
          </a:xfrm>
          <a:prstGeom prst="rect">
            <a:avLst/>
          </a:prstGeom>
          <a:solidFill>
            <a:srgbClr val="3A3020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498080" y="1051560"/>
            <a:ext cx="932688" cy="1463040"/>
          </a:xfrm>
          <a:prstGeom prst="rect">
            <a:avLst/>
          </a:prstGeom>
          <a:solidFill>
            <a:srgbClr val="1A1508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498080" y="1097280"/>
            <a:ext cx="9326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A3A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534656" y="1664208"/>
            <a:ext cx="85953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Launch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82512" y="2651760"/>
            <a:ext cx="1115568" cy="292608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382512" y="2651760"/>
            <a:ext cx="1115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3154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8D9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today: 1 session to a live app.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1008"/>
          </a:solidFill>
          <a:ln w="635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28600" y="4846320"/>
            <a:ext cx="86868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5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at graduation: Python · FastAPI · Jinja2 · Tailwind · Gemini AI · Imagen 3 · Supabase · GitHub · Render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4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MILESTONE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256032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630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325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07A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session: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85800" y="2286000"/>
            <a:ext cx="7818120" cy="1072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full app works in a browser: register, login, generate art, view the gallery, open a lightbox, download an image, delete an item.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0" y="3886200"/>
            <a:ext cx="9144000" cy="73152"/>
          </a:xfrm>
          <a:prstGeom prst="rect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365760" y="406908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session fits into the bigger picture →  Empire &amp; Ink is a live AI Mughal art generator with auth, storage, and a beautiful frontend.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 This Session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41248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8463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8463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2976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Jinja2 Templating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base.html with {% block content %}. Gallery.html extends it. {{ item.prompt }} injects Python data into HTML.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5468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15468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31927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1927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6440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JavaScript Auth Layer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6440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Auth.getToken() / setSession() / clearSession() / requireAuth(). Tokens live in localStorage and attach to every API call.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89320" y="1005840"/>
            <a:ext cx="2606040" cy="365760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989320" y="1005840"/>
            <a:ext cx="260604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53912" y="1115568"/>
            <a:ext cx="475488" cy="475488"/>
          </a:xfrm>
          <a:prstGeom prst="ellipse">
            <a:avLst/>
          </a:prstGeom>
          <a:solidFill>
            <a:srgbClr val="A07A1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53912" y="1115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099048" y="1737360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Tailwind CSS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9048" y="2423160"/>
            <a:ext cx="238658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group-hover:opacity-100, aspect-square, line-clamp-2. Style every element with short utility class names — no custom CSS files.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02336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191338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Jinja2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5488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templates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42032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832" y="191338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15184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615184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CSS (CDN)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81728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91338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754880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754880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interactivity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21424" y="1657350"/>
            <a:ext cx="1920240" cy="2651760"/>
          </a:xfrm>
          <a:prstGeom prst="rect">
            <a:avLst/>
          </a:prstGeom>
          <a:solidFill>
            <a:srgbClr val="211B0D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07224" y="191338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94576" y="261747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894576" y="3138678"/>
            <a:ext cx="1773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persistence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Will Build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1097280" cy="54864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937760" cy="2468880"/>
          </a:xfrm>
          <a:prstGeom prst="rect">
            <a:avLst/>
          </a:prstGeom>
          <a:solidFill>
            <a:srgbClr val="211B0D"/>
          </a:solidFill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complete, working web application at localhost:8000. Every user journey works: register → login → generate → gallery → lightbox → download → delete.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2468880"/>
          </a:xfrm>
          <a:prstGeom prst="rect">
            <a:avLst/>
          </a:prstGeom>
          <a:solidFill>
            <a:srgbClr val="14100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71500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CREATED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15000" y="1481328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templates/base.html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templates/home.html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templates/gallery.html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static/app.js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8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templates/login.html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412480" cy="914400"/>
          </a:xfrm>
          <a:prstGeom prst="rect">
            <a:avLst/>
          </a:prstGeom>
          <a:solidFill>
            <a:srgbClr val="1A1508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64008" cy="9144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48640" y="3794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  ·  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13308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exercises in the colabs/ folder. Add your API keys to Colab Secrets before running.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A22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8229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2860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C17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ACTIVITIES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0"/>
            <a:ext cx="4480560" cy="822960"/>
          </a:xfrm>
          <a:prstGeom prst="rect">
            <a:avLst/>
          </a:prstGeom>
          <a:solidFill>
            <a:srgbClr val="2E2415"/>
          </a:solidFill>
          <a:ln w="12700">
            <a:solidFill>
              <a:srgbClr val="A07A1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846320" y="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SUCCEED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005840"/>
            <a:ext cx="4114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Build base.html with navbar + Tailwind CDN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Create login.html + register.html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Write static/app.js with Auth + apiFetch()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Build home.html with style cards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Build gallery.html with lightbox + download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Mount static files in main.py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0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Full end-to-end walkthrough in browser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28032" y="104241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every command yourself — no copy-paste.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55648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663440" y="1755648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828032" y="17922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immediately, don't stay stuck.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505456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63440" y="2505456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28032" y="254203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normal. Read the full message.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3255264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3440" y="3255264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28032" y="329184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Celebrate small wins — every working cell counts.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4005072"/>
            <a:ext cx="4297680" cy="621792"/>
          </a:xfrm>
          <a:prstGeom prst="rect">
            <a:avLst/>
          </a:prstGeom>
          <a:solidFill>
            <a:srgbClr val="211B0D"/>
          </a:solidFill>
          <a:ln w="12700">
            <a:solidFill>
              <a:srgbClr val="3A30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663440" y="4005072"/>
            <a:ext cx="64008" cy="6217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28032" y="404164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Colab notebook mirrors this session exactly.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7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D4A8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Begin!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F0E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VS Code and your terminal. Session 7 starts now.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A8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Deployment — ship Empire &amp; Ink live to the internet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A07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Empire &amp; Ink  ·  AI Mughal Art Studio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Microsoft Office PowerPoint</Application>
  <PresentationFormat>On-screen Show (16:9)</PresentationFormat>
  <Paragraphs>90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Empire &amp; Ink — Session 7: Jinja2 Templates, Tailwind CSS &amp; the Complete Frontend</dc:title>
  <dc:subject>PptxGenJS Presentation</dc:subject>
  <dc:creator>Empire &amp; Ink Programme</dc:creator>
  <cp:lastModifiedBy>Hanesh Iyer</cp:lastModifiedBy>
  <cp:revision>2</cp:revision>
  <dcterms:created xsi:type="dcterms:W3CDTF">2026-03-27T05:18:12Z</dcterms:created>
  <dcterms:modified xsi:type="dcterms:W3CDTF">2026-03-27T05:22:38Z</dcterms:modified>
</cp:coreProperties>
</file>