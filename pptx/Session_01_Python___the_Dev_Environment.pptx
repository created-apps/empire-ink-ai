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57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Lines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Code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&amp; the Dev Environment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5478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four building blocks you will use in every session: variables, functions, dictionaries, and loops — through Mughal art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1B0E"/>
          </a:solidFill>
          <a:ln w="12700">
            <a:solidFill>
              <a:srgbClr val="221B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1463040"/>
            <a:ext cx="1883664" cy="2194560"/>
          </a:xfrm>
          <a:prstGeom prst="rect">
            <a:avLst/>
          </a:prstGeom>
          <a:solidFill>
            <a:srgbClr val="2E2415"/>
          </a:solidFill>
          <a:ln w="19050">
            <a:solidFill>
              <a:srgbClr val="A07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16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☽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059168" y="26060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of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59168" y="29992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Google Gemini  ·  Supabase  ·  Tailwind CSS  ·  Render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" y="1051560"/>
            <a:ext cx="932688" cy="1463040"/>
          </a:xfrm>
          <a:prstGeom prst="rect">
            <a:avLst/>
          </a:prstGeom>
          <a:solidFill>
            <a:srgbClr val="D4A82A"/>
          </a:solidFill>
          <a:ln w="25400">
            <a:solidFill>
              <a:srgbClr val="F0C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Dev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61872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8988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HTTP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1401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&amp; 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38144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4256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5696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58384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JWT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82512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052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3465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7744" y="2651760"/>
            <a:ext cx="1115568" cy="292608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" y="26517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today: 7 sessions to a live app.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008"/>
          </a:solidFill>
          <a:ln w="6350">
            <a:solidFill>
              <a:srgbClr val="A07A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at graduation: Python · FastAPI · Jinja2 · Tailwind · Gemini AI · Imagen 3 · Supabase · GitHub · Render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MILESTONE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256032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7818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write Python, describe a Mughal painting with a function, and have a project folder with a virtual environment ready to go.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3886200"/>
            <a:ext cx="9144000" cy="73152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fits into the bigger picture →  Empire &amp; Ink is a live AI Mughal art generator with auth, storage, and a beautiful frontend.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This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&amp; Data Types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float, bool — storing painting title, year, era as named values the computer remembers.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describe_painting(...) — reusable blocks you write once and call anywhere with f-string formatting.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391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904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Dictionaries &amp; Loops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painting as a dict. A gallery as a list. A for loop to print them all. Structured data from day one.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91338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91338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5184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15184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81728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91338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21424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91338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+ pip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94576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937760" cy="246888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describe_artwork.py that stores paintings as dictionaries and prints formatted descriptions using a function. Your first real Python programme.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2468880"/>
          </a:xfrm>
          <a:prstGeom prst="rect">
            <a:avLst/>
          </a:prstGeom>
          <a:solidFill>
            <a:srgbClr val="14100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48132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describe_artwork.py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 (preview)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A150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 ·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exercises in the colabs/ folder. Add your API keys to Colab Secrets before running.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8229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822960"/>
          </a:xfrm>
          <a:prstGeom prst="rect">
            <a:avLst/>
          </a:prstGeom>
          <a:solidFill>
            <a:srgbClr val="2E2415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SUCCEED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 Python &amp; VS Code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terminal commands: pwd, ls, mkdir, cd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describe_artwork.py with variables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 describe() function with f-string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Create project folder structure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Create &amp; activate venv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pip install fastapi uvicorn (preview)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042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command yourself — no copy-paste.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792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immediately, don't stay stuck.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505456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5420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normal. Read the full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55264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55264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291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small wins — every working cell counts.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05072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4005072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4041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Colab notebook mirrors this session exactly.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VS Code and your terminal. Session 1 starts now.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FastAPI &amp; HTTP — turn your data into a real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&amp; Ink — Session 1: Python &amp; the Dev Environment</dc:title>
  <dc:subject>PptxGenJS Presentation</dc:subject>
  <dc:creator>Empire &amp; Ink Programme</dc:creator>
  <cp:lastModifiedBy>Empire &amp; Ink Programme</cp:lastModifiedBy>
  <cp:revision>1</cp:revision>
  <dcterms:created xsi:type="dcterms:W3CDTF">2026-03-27T05:18:12Z</dcterms:created>
  <dcterms:modified xsi:type="dcterms:W3CDTF">2026-03-27T05:18:12Z</dcterms:modified>
</cp:coreProperties>
</file>